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F766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E85D4C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RECORD API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CRUD API for Managing Student Records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Node.js &amp; Express.js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 •  Group Assignment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need a simple, reliable way to manage student data — adding new enrollments, looking up records, correcting details, and removing outdated entries. This API provides exactly that through a clean set of RESTful endpoints.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788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6F5F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powering the server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246888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2788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6F5F3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9776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web framework for routing &amp; middleware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788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6F5F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9776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array-based data storage for this demo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246888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2788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6F5F3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3544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Design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39776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HTTP verbs: GET, POST, PUT, DELETE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 API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Endpoints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endpoints cover the full create–read–update–delete lifecycle.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9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8424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42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920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/students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19202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student record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89864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986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834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/students/:id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2834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one student by ID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81304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130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7490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/students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94960" y="37490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student (requires name)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72744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274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46634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/students/:id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46634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 existing student's details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564184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6418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55778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/students/:id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94960" y="55778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student record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 API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separation of concerns keeps the codebase easy to navigate and extend.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23500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wires middleware and routes together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280160" y="301752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routes/students.js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34015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/students CRUD route handlers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280160" y="4069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4023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middleware/logger.js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44531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incoming request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280160" y="51206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5074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public/index.html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550468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landing page served at "/"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89520" y="2103120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21031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72600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9520" y="2926080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29260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Middleware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72600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89520" y="3749040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37490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72600" y="4297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89520" y="4572000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45720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372600" y="5120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89520" y="5394960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E6F5F3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0" y="53949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 API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&amp; Error Handling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guards against bad input and missing records with clear status codes.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F7F9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5603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603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POST request successfully adds a new student.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228600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F7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5603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B7791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5603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0" y="3520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393192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without a "name" field is rejected before it reaches storage.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F7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25603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E85D4C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5603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46520" y="3520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393192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PUT, or DELETE on an ID that doesn't exist returns a clear error.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228600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F7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25603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6B46C1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5603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35440" y="3520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393192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errors are caught centrally instead of crashing the app.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 API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with Postman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— including the error cases — is covered by a request in our shared Postman collection, so anyone on the team can verify the API works with one click.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441448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86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Students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82512" y="2441448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286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Single Student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099816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9443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 (valid)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944368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82512" y="3099816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9443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 (missing name → 400)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02736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758184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6027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Student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602736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3758184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6027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Student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261104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416552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2611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Non-Existent Student (→ 404)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 API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F766E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&amp; Repository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22325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code, commit history from every team member, and this presentation.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22325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83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77647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Render — test any endpoint directly, no local setup required.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22325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92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Collection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285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shared collection to try every request instantly.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 API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0" cy="3383280"/>
          </a:xfrm>
          <a:prstGeom prst="roundRect">
            <a:avLst>
              <a:gd name="adj" fmla="val 2703"/>
            </a:avLst>
          </a:prstGeom>
          <a:solidFill>
            <a:srgbClr val="F7F9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Member 1 — [role]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Member 2 — [role]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Member 3 — [role]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Member 4 — [role]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Next Steps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486400" cy="3383280"/>
          </a:xfrm>
          <a:prstGeom prst="roundRect">
            <a:avLst>
              <a:gd name="adj" fmla="val 2703"/>
            </a:avLst>
          </a:prstGeom>
          <a:solidFill>
            <a:srgbClr val="F7F9FA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96596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 in-memory storage with a real database (MongoDB / PostgreSQL)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authentication so only staff can edit records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search and filtering (e.g. by grade)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automated tests with Jest or Supertest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 API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2026-07-30T19:53:22Z</dcterms:created>
  <dcterms:modified xsi:type="dcterms:W3CDTF">2026-07-30T19:53:22Z</dcterms:modified>
</cp:coreProperties>
</file>