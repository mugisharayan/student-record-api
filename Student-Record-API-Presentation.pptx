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0F766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E85D4C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RECORD API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CRUD API for Managing Student Records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Node.js &amp; Express.js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Project  •  Group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BeTechified July 2026 Cohort — Backend Development, Group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34730" y="1435608"/>
            <a:ext cx="5119491" cy="4992624"/>
          </a:xfrm>
          <a:prstGeom prst="roundRect">
            <a:avLst>
              <a:gd name="adj" fmla="val 1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5000"/>
              </a:srgbClr>
            </a:outerShdw>
          </a:effectLst>
        </p:spPr>
      </p:sp>
      <p:pic>
        <p:nvPicPr>
          <p:cNvPr id="5" name="Image 0" descr="team-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7882" y="1508760"/>
            <a:ext cx="4973187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need a simple, reliable way to manage student data — adding new enrollments, looking up records, correcting details, and removing outdated entries. This API provides exactly that through a clean set of RESTful endpoints.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9776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runtime powering the server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4688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0332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/>
        </p:spPr>
      </p:sp>
      <p:sp>
        <p:nvSpPr>
          <p:cNvPr id="11" name="Text 9"/>
          <p:cNvSpPr/>
          <p:nvPr/>
        </p:nvSpPr>
        <p:spPr>
          <a:xfrm>
            <a:off x="370332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39776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web framework for routing &amp; middleware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4688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465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46520" y="39776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array-based data storage for this demo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840" y="24688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116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/>
        </p:spPr>
      </p:sp>
      <p:sp>
        <p:nvSpPr>
          <p:cNvPr id="21" name="Text 19"/>
          <p:cNvSpPr/>
          <p:nvPr/>
        </p:nvSpPr>
        <p:spPr>
          <a:xfrm>
            <a:off x="9281160" y="2788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23544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Design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0" y="39776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HTTP verbs: GET, POST, PUT, DELETE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Endpoints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endpoints cover the full create–read–update–delete lifecycle.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7F9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8424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8424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9202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94960" y="19202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student record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7F9FA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89864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9864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0" y="2834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/students/:id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28346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one student by ID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7F9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81304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81304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86000" y="3749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94960" y="37490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student (requires name)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5720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7F9F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72744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72744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46634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/students/:id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94960" y="46634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 existing student's details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7F9F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64184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E85D4C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64184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55778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/students/:id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394960" y="55778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student record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separation of concerns keeps the codebase easy to navigate and extend.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920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server.js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35000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— wires middleware and routes together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280160" y="30175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29718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routes/students.js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737360" y="340156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/students CRUD route handlers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280160" y="4069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737360" y="4023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middleware/logger.js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37360" y="445312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incoming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280160" y="512064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0749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public/index.html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37360" y="550468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landing page served at "/"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589520" y="210312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0" y="2103120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72600" y="2651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0" y="292608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89520" y="2926080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 Middleware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372600" y="3474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589520" y="374904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589520" y="3749040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Parser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72600" y="4297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589520" y="457200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89520" y="4572000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372600" y="5120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589520" y="539496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E6F5F3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589520" y="5394960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Response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&amp; Error Handling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guards against bad input and missing records with clear status codes.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7F9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560320"/>
            <a:ext cx="2057400" cy="822960"/>
          </a:xfrm>
          <a:prstGeom prst="roundRect">
            <a:avLst>
              <a:gd name="adj" fmla="val 11111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603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35204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 POST request successfully adds a new student.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2860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7F9FA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0" y="2560320"/>
            <a:ext cx="2057400" cy="822960"/>
          </a:xfrm>
          <a:prstGeom prst="roundRect">
            <a:avLst>
              <a:gd name="adj" fmla="val 11111"/>
            </a:avLst>
          </a:prstGeom>
          <a:solidFill>
            <a:srgbClr val="B7791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5603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Request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39319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without a "name" field is rejected before it reaches storage.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7F9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2560320"/>
            <a:ext cx="2057400" cy="822960"/>
          </a:xfrm>
          <a:prstGeom prst="roundRect">
            <a:avLst>
              <a:gd name="adj" fmla="val 11111"/>
            </a:avLst>
          </a:prstGeom>
          <a:solidFill>
            <a:srgbClr val="E85D4C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25603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46520" y="35204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39319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GET, PUT, or DELETE on an ID that doesn't exist returns a clear error.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840" y="22860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F7F9FA"/>
          </a:solidFill>
          <a:ln/>
        </p:spPr>
      </p:sp>
      <p:sp>
        <p:nvSpPr>
          <p:cNvPr id="20" name="Shape 18"/>
          <p:cNvSpPr/>
          <p:nvPr/>
        </p:nvSpPr>
        <p:spPr>
          <a:xfrm>
            <a:off x="9235440" y="2560320"/>
            <a:ext cx="2057400" cy="822960"/>
          </a:xfrm>
          <a:prstGeom prst="roundRect">
            <a:avLst>
              <a:gd name="adj" fmla="val 11111"/>
            </a:avLst>
          </a:prstGeom>
          <a:solidFill>
            <a:srgbClr val="6B46C1"/>
          </a:solidFill>
          <a:ln/>
        </p:spPr>
      </p:sp>
      <p:sp>
        <p:nvSpPr>
          <p:cNvPr id="21" name="Text 19"/>
          <p:cNvSpPr/>
          <p:nvPr/>
        </p:nvSpPr>
        <p:spPr>
          <a:xfrm>
            <a:off x="9235440" y="25603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235440" y="35204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Error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35440" y="3931920"/>
            <a:ext cx="2057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errors are caught centrally instead of crashing the app.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with Postman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endpoint — including the error cases — is covered by a request in our shared Postman collection, so anyone on the team can verify the API works with one click.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441448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2860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Students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228600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82512" y="2441448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2860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Single Student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44368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3099816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294436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Student (valid)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2944368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82512" y="3099816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94436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Student (missing name → 400)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02736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758184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360273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Student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602736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82512" y="3758184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60273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Student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261104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416552"/>
            <a:ext cx="182880" cy="18288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426110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Non-Existent Student (→ 404)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657600" cy="3657600"/>
          </a:xfrm>
          <a:prstGeom prst="ellipse">
            <a:avLst/>
          </a:prstGeom>
          <a:solidFill>
            <a:srgbClr val="0F766E">
              <a:alpha val="2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&amp; Repository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22325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github.com/mugisharayan/student-record-api — source code, commit history from every team member, Postman collection, and this presentation.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22325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77647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student-record-api-w185.onrender.com — live on Render, test any endpoint directly, no local setup required.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22325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8920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Collection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528523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shared collection from the repo to try every request instantly.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0" cy="3383280"/>
          </a:xfrm>
          <a:prstGeom prst="roundRect">
            <a:avLst>
              <a:gd name="adj" fmla="val 2703"/>
            </a:avLst>
          </a:prstGeom>
          <a:solidFill>
            <a:srgbClr val="F7F9F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14 members of BeTechified July 2026 Cohort — Backend Development, Group 2 contributed to this project as a shared effort across API development, testing, and documentation.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"Our Team" slide for the full team photo and names.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Next Steps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1737360"/>
            <a:ext cx="5486400" cy="3383280"/>
          </a:xfrm>
          <a:prstGeom prst="roundRect">
            <a:avLst>
              <a:gd name="adj" fmla="val 2703"/>
            </a:avLst>
          </a:prstGeom>
          <a:solidFill>
            <a:srgbClr val="F7F9F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965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Replace in-memory storage with a real database (MongoDB / PostgreSQL)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authentication so only staff can edit records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search and filtering (e.g. by grade)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automated tests with Jest or Supertest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 API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2026-07-31T01:35:24Z</dcterms:created>
  <dcterms:modified xsi:type="dcterms:W3CDTF">2026-07-31T01:35:24Z</dcterms:modified>
</cp:coreProperties>
</file>